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63238"/>
                </a:solidFill>
              </a:defRPr>
            </a:pPr>
            <a:r>
              <a:t>Health Companion AI</a:t>
            </a:r>
          </a:p>
          <a:p>
            <a:pPr>
              <a:defRPr sz="2200">
                <a:solidFill>
                  <a:srgbClr val="607D7B"/>
                </a:solidFill>
              </a:defRPr>
            </a:pPr>
            <a:r>
              <a:t>A simple AI website for mental and physical health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88620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Mental Health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Stress, anxiety, sleep and mood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88620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Physical Health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Exercise, running, gym and fitness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388620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AI Assistant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Friendly support and guidance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People take care of their body, but they may forget their mind.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Many people feel stress, anxiety, low motivation or lack of fitness.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They may not know what to do or whom to ask.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Our idea is a simple website that gives health support in one place.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The website has two main areas: Mental Health and Physical Health.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Problem Statement and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Problem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• People have stress and fitness problems.</a:t>
            </a:r>
            <a:br/>
            <a:r>
              <a:t>• Good health information can be hard to understand.</a:t>
            </a:r>
            <a:br/>
            <a:r>
              <a:t>• Users may not know what to do every day.</a:t>
            </a:r>
            <a:br/>
            <a:r>
              <a:t>• They need simple and friendly guidance.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46304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Proposed Solution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• Create one simple health website.</a:t>
            </a:r>
            <a:br/>
            <a:r>
              <a:t>• Add Mental and Physical Health sections.</a:t>
            </a:r>
            <a:br/>
            <a:r>
              <a:t>• Add an AI assistant for both sections.</a:t>
            </a:r>
            <a:br/>
            <a:r>
              <a:t>• Give simple tips, plans and daily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Empathize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D7B"/>
                </a:solidFill>
              </a:defRPr>
            </a:pPr>
            <a:r>
              <a:t>We first try to understand the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Who are our users?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What health problems do they face?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What do they feel when they need help?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What do they currently do for stress or fitness?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What kind of website would make them feel comfortable?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5 W 1 H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Who?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Students, workers and fitness beginners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What?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Mental and physical health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Why?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To make health guidance easier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When?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Whenever the user needs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Where?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On a phone or computer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How?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Through a simple website and AI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Empathy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Says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“I feel stressed.”</a:t>
            </a:r>
            <a:br/>
            <a:r>
              <a:t>“I want to become fit.”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3716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Thinks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“What should I do?”</a:t>
            </a:r>
            <a:br/>
            <a:r>
              <a:t>“Can I stay consistent?”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Does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Searches online</a:t>
            </a:r>
            <a:br/>
            <a:r>
              <a:t>Tries exercises or relaxation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31089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Feels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Worried, tired or confused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1089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Needs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Simple advice, support and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Users – people who want better mental or physical health.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Students – users who may face stress, study pressure and low activity.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Fitness beginners – users who need simple exercise guidance.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Health professionals – important for serious health concerns.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Project team – designs, develops and tests the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Insights and Trend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Insight 1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Users prefer simple information instead of long medical content.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Insight 2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People use mobile apps for fitness, habits and wellness.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Insight 3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AI chat can make guidance feel more personal and easy to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663440"/>
            <a:ext cx="7040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Main Trend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Health support is becoming more digital, personal and easy to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Define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D7B"/>
                </a:solidFill>
              </a:defRPr>
            </a:pPr>
            <a:r>
              <a:t>Now we clearly define the user need.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We combine our research and user observations.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We identify the main problem.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We decide what the website must provide.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Our focus is simple, calm and useful health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Insights into Definition 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User Need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Easy health guidance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3258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User Problem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Stress, confusion and lack of routine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258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Website Need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Simple sections and AI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Emotional Need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Feel safe and relaxed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0175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Functional Need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Track and improve daily habits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0175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Expected Result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Better awareness and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Story 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Meet Ravi, a college student.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He feels stressed because of studies and also wants to become fit.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He searches many websites but finds too much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He opens Health Companion AI.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He chooses Mental Health and talks to the AI.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Later, he uses Physical Health to get a simple workout plan.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The website becomes one easy place for his daily wellness.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Critical Item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200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User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Needs simple</a:t>
            </a:r>
            <a:br/>
            <a:r>
              <a:t>Needs trust</a:t>
            </a:r>
            <a:br/>
            <a:r>
              <a:t>Needs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63040"/>
            <a:ext cx="3200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Website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Calm design</a:t>
            </a:r>
            <a:br/>
            <a:r>
              <a:t>Easy navigation</a:t>
            </a:r>
            <a:br/>
            <a:r>
              <a:t>Login +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463040"/>
            <a:ext cx="3200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AI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Health-only chat</a:t>
            </a:r>
            <a:br/>
            <a:r>
              <a:t>Personal suggestions</a:t>
            </a:r>
            <a:br/>
            <a:r>
              <a:t>Safety guidance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User can register and log in easily.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User can reach both health sections quickly.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AI answers mental and physical health questions.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Pages are simple and easy to understand.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Website works well on mobile and desktop.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Users feel comfortable while using the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Constraints and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AI is not a replacement for a doctor or therapist.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Serious symptoms should be directed to professional help.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The first version should stay simple and focused.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AI should not answer unrelated topics.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User data must be protected.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Some advanced health features may be added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Ideate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D7B"/>
                </a:solidFill>
              </a:defRPr>
            </a:pPr>
            <a:r>
              <a:t>Now we create many possible ideas.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We generate different features and solutions.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We do not reject ideas too early.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We compare ideas using simple methods.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Then we select a useful and realistic concept.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Definition and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Definition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Ideation means creating many possible ideas before choosing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Objective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Create a website that gives simple, calm and personal support for mental and physical health.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Ideation Frameworks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Brainstorming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Generate many ideas quickly.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2 × 2 Matrix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Compare ideas using two important factors.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635 Method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Each person creates and improves ideas.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977639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NABC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Need, Approach, Benefits, Competition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77639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Selection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Choose the most useful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Brainstorming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Mood tracker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AI mental health chat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AI fitness coach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Workout planner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Water tracker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Sleep tracker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Daily reminders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Healthy habit tracker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Progress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2 × 2 Matrix and 635 Method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2 × 2 Matrix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We compare ideas by:</a:t>
            </a:r>
            <a:br/>
            <a:br/>
            <a:r>
              <a:t>High / Low User Value</a:t>
            </a:r>
            <a:br/>
            <a:r>
              <a:t>High / Low Development Effort</a:t>
            </a:r>
            <a:br/>
            <a:br/>
            <a:r>
              <a:t>Ideas with high value and reasonable effort move forward.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635 Method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6 people create ideas.</a:t>
            </a:r>
            <a:br/>
            <a:r>
              <a:t>3 ideas from each person.</a:t>
            </a:r>
            <a:br/>
            <a:r>
              <a:t>5 minutes for the first round.</a:t>
            </a:r>
            <a:br/>
            <a:br/>
            <a:r>
              <a:t>For our team, we can adapt this method to our group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NABC Method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N – Need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People need simple health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5603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A – Approach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Two health sections + AI assistant.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B – Benefits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Easy guidance, tracking and motivation.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371600"/>
            <a:ext cx="25603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C – Competition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Many health apps exist, but our idea combines both areas in one calm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Final Concept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Selected Concept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Health Companion AI</a:t>
            </a:r>
            <a:br/>
            <a:br/>
            <a:r>
              <a:t>Login</a:t>
            </a:r>
            <a:br/>
            <a:r>
              <a:t>Dashboard</a:t>
            </a:r>
            <a:br/>
            <a:r>
              <a:t>Mental Health</a:t>
            </a:r>
            <a:br/>
            <a:r>
              <a:t>Physical Health</a:t>
            </a:r>
            <a:br/>
            <a:r>
              <a:t>AI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Why This Concept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Simple to use</a:t>
            </a:r>
            <a:br/>
            <a:r>
              <a:t>Useful every day</a:t>
            </a:r>
            <a:br/>
            <a:r>
              <a:t>Clear target users</a:t>
            </a:r>
            <a:br/>
            <a:r>
              <a:t>Possible to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Core Value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One place for mental and physical wellness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Competitive Ideation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Fitness apps mainly focus on exercise and activity.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Mental wellness apps mainly focus on meditation and mood.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General AI assistants can answer many topics.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Our concept focuses only on mental and physical health.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The goal is not to replace existing services, but to combine useful support in one simple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Prototype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D7B"/>
                </a:solidFill>
              </a:defRPr>
            </a:pPr>
            <a:r>
              <a:t>We now turn the idea into a working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Create the main screens.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Connect the screens together.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Build a basic AI chat interface.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Add sample health tracking features.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Keep the prototype simple so users can test it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Prototype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Show how the user logs in.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Show how the user selects a health section.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Show how the AI chat works.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Show the calm visual design.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Test whether users can understand the website without help.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Prototype Methodologies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Low-Fidelity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Simple sketches and wireframes.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High-Fidelity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Real colors, buttons and layouts.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Interactive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Clickable pages and chat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Exploration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1. Login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Create account / sign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132588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2. Dashboard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View daily health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3. Mental Health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Mood, stress, AI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32588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4. Physical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Workout, activity, AI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306324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5. AI Chat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Ask health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306324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6. Tracking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Mood, water, workouts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06324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7. Profile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Personal details and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Minimum Viable Product (MVP)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User registration and login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Simple dashboard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Mental Health section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Physical Health section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AI health chatbot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Basic mood tracker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Basic workout / activity log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Simple profile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Prototype Form Factor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Web Application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Responsive website</a:t>
            </a:r>
            <a:br/>
            <a:br/>
            <a:r>
              <a:t>Desktop + mobile layout</a:t>
            </a:r>
            <a:br/>
            <a:br/>
            <a:r>
              <a:t>Simple navigation</a:t>
            </a:r>
            <a:br/>
            <a:br/>
            <a:r>
              <a:t>Soft colors</a:t>
            </a:r>
            <a:br/>
            <a:br/>
            <a:r>
              <a:t>Rounded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Main Navigation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Home → Login → Dashboard</a:t>
            </a:r>
            <a:br/>
            <a:br/>
            <a:r>
              <a:t>Dashboard → Mental Health</a:t>
            </a:r>
            <a:br/>
            <a:r>
              <a:t>Dashboard → Physical Health</a:t>
            </a:r>
            <a:br/>
            <a:br/>
            <a:r>
              <a:t>Each section →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Prototype Visualization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Login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Logo</a:t>
            </a:r>
            <a:br/>
            <a:r>
              <a:t>Email</a:t>
            </a:r>
            <a:br/>
            <a:r>
              <a:t>Password</a:t>
            </a:r>
            <a:br/>
            <a:r>
              <a:t>Login button</a:t>
            </a:r>
            <a:br/>
            <a:r>
              <a:t>Register 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32588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Dashboard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Good morning!</a:t>
            </a:r>
            <a:br/>
            <a:r>
              <a:t>Mood</a:t>
            </a:r>
            <a:br/>
            <a:r>
              <a:t>Activity</a:t>
            </a:r>
            <a:br/>
            <a:r>
              <a:t>Health cards</a:t>
            </a:r>
            <a:br/>
            <a:r>
              <a:t>Quick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2588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Mental Health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Mood tracker</a:t>
            </a:r>
            <a:br/>
            <a:r>
              <a:t>Relaxation</a:t>
            </a:r>
            <a:br/>
            <a:r>
              <a:t>AI chat</a:t>
            </a:r>
            <a:br/>
            <a:r>
              <a:t>Daily tip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32588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8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263238"/>
                </a:solidFill>
              </a:defRPr>
            </a:pPr>
            <a:r>
              <a:t>Physical Health</a:t>
            </a:r>
          </a:p>
          <a:p>
            <a:pPr>
              <a:defRPr sz="1300">
                <a:solidFill>
                  <a:srgbClr val="607D7B"/>
                </a:solidFill>
              </a:defRPr>
            </a:pPr>
            <a:r>
              <a:t>Workout</a:t>
            </a:r>
            <a:br/>
            <a:r>
              <a:t>Water</a:t>
            </a:r>
            <a:br/>
            <a:r>
              <a:t>Progress</a:t>
            </a:r>
            <a:br/>
            <a:r>
              <a:t>AI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Prototype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Our prototype keeps the idea simple.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The user can move from login to dashboard and then to either health area.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The AI assistant is available inside the health sections.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The design uses soft colors, clean cards and simple words.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The prototype can be improved after user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Testing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07D7B"/>
                </a:solidFill>
              </a:defRPr>
            </a:pPr>
            <a:r>
              <a:t>The final step is to test the idea with real users.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Give the prototype to students or other users.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Ask them to complete simple tasks.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Watch where they get confused.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Ask what they like and dislike.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Collect feedback and improve the design.</a:t>
            </a:r>
          </a:p>
          <a:p>
            <a:pPr>
              <a:spcAft>
                <a:spcPts val="1200"/>
              </a:spcAft>
              <a:defRPr sz="2000">
                <a:solidFill>
                  <a:srgbClr val="263238"/>
                </a:solidFill>
              </a:defRPr>
            </a:pPr>
            <a:r>
              <a:t>Test the AI responses for usefulness and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323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94560"/>
            <a:ext cx="8503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63238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607D7B"/>
                </a:solidFill>
              </a:defRPr>
            </a:pPr>
            <a:r>
              <a:t>Health Companion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7D7B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